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2345B"/>
                </a:solidFill>
              </a:defRPr>
            </a:pPr>
            <a:r>
              <a:t>ONLINE EXAMINATION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F5FE8"/>
                </a:solidFill>
              </a:defRPr>
            </a:pPr>
            <a:r>
              <a:t>BCA Final-Year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C6B82"/>
                </a:solidFill>
              </a:defRPr>
            </a:pPr>
            <a:r>
              <a:t>Python Flask • SQLite • HTML • CSS •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Web-based portal to create, conduct, and evaluate MCQ examinations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Three roles: administrator, teacher, and student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Timed attempts, automatic submission, and instant objective scoring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SQLite stores users, exams, questions, attempts, and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Manual exams can require time-consuming distribution and checking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Result compilation can be repetitive and error-prone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Students need a clear way to access available exams and results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This project demonstrates a centralized digital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Role-based login and access control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Create exams, questions, marks, and duration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Save answers while the student attempts an exam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Calculate scores on the server and provide result history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Export completed results as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Frontend: HTML, CSS, Bootstrap, JavaScript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Backend: Python Flask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Database: SQLite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Authentication: Flask sessions and password hashing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Reporting: CSV export; testing: Python unittest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Admin: create accounts and review overall exam data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Teacher: create exams, add questions, publish exams, export results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Student: register, attempt published exams, view results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Server-side role checks restrict protected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Registration and login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Exam and question management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Timed exam interface with answer autosave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Automatic MCQ evaluation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Dashboard, result history, and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users: profile, email, hashed password, role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exams: title, description, duration, publication state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questions: prompt, four options, correct option, marks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attempts: student, exam, deadline, score, submission time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answers: selected option for each question in an attempt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Staff creates a draft exam and adds questions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Staff publishes the exam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Student starts an attempt and server sets a deadline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Answers are saved to SQLite as the student selects options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Submission triggers server-side scoring and result display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Passwords are hashed rather than stored in plaintext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Students cannot access admin-only routes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Correct answers are not rendered in the active exam page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Before public deployment: add CSRF protection, rate limiting, secret management, and expiry worker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Testing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Check home page, registration, and login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Test role restrictions for protected pages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Create and publish a sample exam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Verify answer saving, timer expiry, and score calculation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Verify completed attempt restrictions and CSV export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Run the included unittest suite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Current version focuses on objective MCQs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One attempt per student per exam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No password recovery, email verification, or proctoring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Future additions: configurable pass marks, question randomization, PDF reports, multiple attempts, stronger production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345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Demonstrates a complete Flask web application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Combines frontend, backend, database, authentication, and reporting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Suitable as a BCA academic project and a foundation for further development</a:t>
            </a:r>
          </a:p>
          <a:p>
            <a:pPr>
              <a:spcAft>
                <a:spcPts val="1800"/>
              </a:spcAft>
              <a:defRPr sz="2100">
                <a:solidFill>
                  <a:srgbClr val="2F3D53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